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717cb3d1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717cb3d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717cb3d1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717cb3d1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719c58032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719c58032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719c58032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719c58032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1ee29dc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1ee29dc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1ee29dc0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1ee29dc0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1ee29dc0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1ee29dc0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719c58032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719c58032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atatracker.ietf.org/doc/html/rfc9000" TargetMode="External"/><Relationship Id="rId4" Type="http://schemas.openxmlformats.org/officeDocument/2006/relationships/hyperlink" Target="https://developer.mozilla.org/en-US/docs/Web/HTTP/Guides/Evolution_of_HTTP" TargetMode="External"/><Relationship Id="rId5" Type="http://schemas.openxmlformats.org/officeDocument/2006/relationships/hyperlink" Target="https://www.youtube.com/watch?v=dQ5AND4DPyU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 - Why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3965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QUIC - Quick UDP Internet Connections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The reasons: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evolution of HTTP protocol - TCP became a bottleneck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</a:t>
            </a:r>
            <a:r>
              <a:rPr lang="en" sz="1200"/>
              <a:t>inefficiency</a:t>
            </a:r>
            <a:r>
              <a:rPr lang="en" sz="1200"/>
              <a:t> of having 2 handshakes (TCP + TLS) in order to establish a connection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Middlebox headache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TCP rigidity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UDP flexibility</a:t>
            </a:r>
            <a:endParaRPr sz="1200"/>
          </a:p>
        </p:txBody>
      </p:sp>
      <p:pic>
        <p:nvPicPr>
          <p:cNvPr id="61" name="Google Shape;61;p14" title="HTTP-1.1_vs._HTTP-2_vs._HTTP-3_Protocol_Stack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1225" y="1152475"/>
            <a:ext cx="4562100" cy="31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 - Why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260300" cy="36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 protocol evolution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HTTP 1.0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Single request per TCP connection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HTTP 1.1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TCP connection with single stream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HTTP 2.0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TCP connection with multiple streams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QUIC/HTTP 3.0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UDP connections with multiple streams</a:t>
            </a:r>
            <a:endParaRPr sz="1200"/>
          </a:p>
        </p:txBody>
      </p:sp>
      <p:pic>
        <p:nvPicPr>
          <p:cNvPr id="68" name="Google Shape;68;p15" title="quic-stream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410300"/>
            <a:ext cx="4267200" cy="2485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 - How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4260300" cy="36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Key features: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0-RTT/1-RTT Connection establishment - it combines the transport and the cryptographic handshakes into one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Real multiplexing - one lost packet in one stream will not block the other streams as in TCP/TLS/HTTP2.0. Instead it provides multiple, independent and reliable streams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Connection migration - connections are identified by a unique 64-bit Connection ID rather than the IP address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Flexibility of congestion control and loss recovery </a:t>
            </a:r>
            <a:r>
              <a:rPr lang="en" sz="1200"/>
              <a:t>algorithms</a:t>
            </a:r>
            <a:r>
              <a:rPr lang="en" sz="1200"/>
              <a:t> over the TCP rigid kernel implementations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Greasing concept - future protocol development</a:t>
            </a:r>
            <a:endParaRPr sz="1200"/>
          </a:p>
        </p:txBody>
      </p:sp>
      <p:pic>
        <p:nvPicPr>
          <p:cNvPr id="75" name="Google Shape;75;p16" title="QUIC_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3700" y="1486863"/>
            <a:ext cx="4267201" cy="2995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 - How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159700" cy="36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encoding used by QUIC is UDP Datagram -&gt; QUIC Packet -&gt; One or more Frames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Packets are splitted in 2 categories: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Long header packets used during the setup phase: Ex. Initial Packet, Handshake Packet, 0-RTT Packet, Retry Packet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Short header packets used after the handshake is done for data transfer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A packet contain one or more Frames: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CRYPTO Frame - carries TLS messages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STREAM Frame - carries application data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ACK Frame - acknowledges received packets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PING Frame - keeps the connection alive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Other control frames - RESET_STREAM, STOP_SENDING, CONNECTION_CLOSE, PATH_CHALLENGE etc.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MITM - What and why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418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MITM - Man in the Middle attack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An attacker intercepts a connection between a client and a server with the purpose of observing or modifying the communication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It gets in the middle acting as a server for the client and as a client for the real server and forwarding the traffic between the client and the real server as it is or modified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TLS uses certificates as a protection mechanism for this attack so it is pretty hard to do that to a TLS connection outside of a controlled environment</a:t>
            </a:r>
            <a:endParaRPr sz="1200"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9975" y="445032"/>
            <a:ext cx="3842327" cy="4468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725" y="376225"/>
            <a:ext cx="8010525" cy="43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https://datatracker.ietf.org/doc/html/rfc9000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https://developer.mozilla.org/en-US/docs/Web/HTTP/Guides/Evolution_of_HTTP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https://www.youtube.com/watch?v=dQ5AND4DPyU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